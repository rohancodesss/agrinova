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937760" cy="4937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960120" cy="9601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4840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402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AgriNova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5661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FPGA + Arduino smart-farm guardian with a Telegram remote control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security  ·  Soil monitoring  ·  Automated watering  ·  Live camera evidence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Synopsis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AgriNova is a low-cost, distributed farm-monitoring system. A VSDSquadron FPGA Mini runs pure-hardware Verilog logic that watches an IR beam; an Arduino UNO reads soil moisture, temperature and humidity, and drives a servo and the mist-maker relay; a Mac acts as the cloud gateway, bridging both boards to the Telegram Bot API; and a Windows VM contributes webcam photo and video capture. The farmer arms or disarms the farm, requests photos and clips, and receives soil and intruder alerts — all from a Telegram chat.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8F0D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4526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nodes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· Arduino · Mac · Windows VM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51860" y="3246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8F0DC"/>
          </a:solidFill>
          <a:ln/>
        </p:spPr>
      </p:sp>
      <p:sp>
        <p:nvSpPr>
          <p:cNvPr id="9" name="Text 7"/>
          <p:cNvSpPr/>
          <p:nvPr/>
        </p:nvSpPr>
        <p:spPr>
          <a:xfrm>
            <a:off x="3451860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589020" y="4526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commands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8902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/lockdown to /video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3246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8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00800" y="4526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alert cooldown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into FPGA silicon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75420" y="324612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8F0DC"/>
          </a:solidFill>
          <a:ln/>
        </p:spPr>
      </p:sp>
      <p:sp>
        <p:nvSpPr>
          <p:cNvPr id="17" name="Text 15"/>
          <p:cNvSpPr/>
          <p:nvPr/>
        </p:nvSpPr>
        <p:spPr>
          <a:xfrm>
            <a:off x="9075420" y="3474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212580" y="4526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12580" y="4937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IS the cloud gateway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after the original ESP32 died — its failure became the project's best design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AgriNova?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57368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3533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are unattended most of the day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83080" y="177393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Intruders — human or animal — walk in unnoticed. There is no one watching the gate at 3 a.m.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670048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2872130"/>
            <a:ext cx="373075" cy="373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651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Watering is guesswork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783080" y="3072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are over- or under-watered because nobody measures the soil; moisture changes hour to hour.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" y="3968496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170578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39502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arrive too late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783080" y="43708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damage is discovered, the event is hours old. Farmers need the alert the moment it happens.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85800" y="5266944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5469026"/>
            <a:ext cx="373075" cy="3730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83080" y="524865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systems cost too much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783080" y="56692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farm IoT is subscription-priced. AgriNova uses hobby boards and a chat app the farmer already has.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E8F0D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41732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beam-break 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 LOW, pin 38)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E8F0D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IR live, green = TX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E8F0D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0690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+ DHT11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443484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moisture · A1 temp/RH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E8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52578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A3 · Mist relay A2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562356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on external 5V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16916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3767328" y="1783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VSDSquadron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Mini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67328" y="21488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Verilog: UART TX, IR edge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10 s cooldown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12 MHz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42976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43891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67328" y="475488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+ DHT11 every 5 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MIST_ON / MIST_OFF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/ STOP commands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28346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1E3B1F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29260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bridge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9168" y="329184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listeners · Telegram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· camera job relay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alert throttling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966960" y="155448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E8F0D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6688" y="16459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76688" y="20116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in,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media out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966960" y="43891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E8F0D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76688" y="448056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76688" y="484632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photo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1783080"/>
            <a:ext cx="1005840" cy="36576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657600" y="2651760"/>
            <a:ext cx="-1005840" cy="27432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651760" y="4434840"/>
            <a:ext cx="1005840" cy="41148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57600" y="5212080"/>
            <a:ext cx="-1005840" cy="32004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35040" y="2377440"/>
            <a:ext cx="914400" cy="82296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66928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9600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4983480"/>
            <a:ext cx="914400" cy="-77724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669280" y="42748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9600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26880" y="3200400"/>
            <a:ext cx="640080" cy="-82296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882396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66960" y="4754880"/>
            <a:ext cx="-640080" cy="-64008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82396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jobs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connection is Windows → Mac: the VM long-polls for jobs, so no inbound firewall holes are needed.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hardware logic on the FPGA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CPU and no firmware on the FPGA — every behaviour is synthesized digital logic clocked at 12 MHz: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8F0D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generator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emits one tick every 1,250 clock cycles — exactly 9600 baud for the UART transmitter.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8F0D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edge detector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9572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line is double-synchronized; a falling edge (beam broken) fires one alert request.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8F0D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112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cooldown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87705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120-million-cycle countdown (10 s) blocks repeat alerts while the beam stays blocked.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40156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8F0D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5112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sequencer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877056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request/acknowledge handshake feeds the bytes  I  R  \n  into the UART, one per frame.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8F0D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926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purpose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35838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CPU, no firmware, no OS to crash — the intruder detector is pure logic that cannot hang.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88289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8F0DC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9926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LEDs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35838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mirrors the IR sensor live (instant wiring check); green flashes on every UART transmit.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Toolchain: Verilog → yosys → nextpnr-ice40 → icepack → iceprog  (fully open source)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the Mac bridge &amp; camera relay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9903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00200" y="13533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46120" y="13898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serial threads read the FPGA and Arduino; both auto-reconnect if a USB cable is pulled.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59152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8658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23408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46120" y="2377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updates are throttled to one per 10 minutes — but a wet/dry flip alerts immediately.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346704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74136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33284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46120" y="3364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alerts only fire while the farm is armed with /lockdown; /unlock silences them.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334256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6168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00200" y="4315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46120" y="43525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alert or /photo, a job is queued; the Windows VM polls it, shoots, and posts bytes back.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658368" cy="6583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34924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00200" y="5303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46120" y="534009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clips are uploaded to Telegram as proper multipart form-data with captions.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60350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1E3B1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60899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trick: the camera link is reversed. Windows polls the Mac for work, so macOS privacy walls and Windows firewalls never block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farm in your pocket — Telegram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57276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603" y="1748699"/>
            <a:ext cx="324795" cy="324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4208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/lockdown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64208" y="1828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the farm — IR intrusion alerts + automatic 5 s evidence clip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57276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163" y="1748699"/>
            <a:ext cx="324795" cy="3247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87768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/unlock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287768" y="1828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Disarm — walk the farm without spamming your own phone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280720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603" y="2983139"/>
            <a:ext cx="324795" cy="32479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64208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/photo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64208" y="3063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webcam snapshot, captioned with date and time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260604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8232" y="280720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163" y="2983139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/video 5…30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287768" y="3063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clip of chosen length and deliver it to the chat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384048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24" name="Shape 18"/>
          <p:cNvSpPr/>
          <p:nvPr/>
        </p:nvSpPr>
        <p:spPr>
          <a:xfrm>
            <a:off x="804672" y="404164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03" y="4217579"/>
            <a:ext cx="324795" cy="32479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64208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/mist_on /mist_off /spray 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664208" y="42976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mist maker via the Arduino relay — manual or timed burst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263640" y="384048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29" name="Shape 22"/>
          <p:cNvSpPr/>
          <p:nvPr/>
        </p:nvSpPr>
        <p:spPr>
          <a:xfrm>
            <a:off x="6428232" y="404164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163" y="4217579"/>
            <a:ext cx="324795" cy="32479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87768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auto: soil + climate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287768" y="42976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temperature &amp; humidity every 10 min — instantly on a wet/dry flip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40080" y="507492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34" name="Shape 26"/>
          <p:cNvSpPr/>
          <p:nvPr/>
        </p:nvSpPr>
        <p:spPr>
          <a:xfrm>
            <a:off x="804672" y="527608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603" y="5452019"/>
            <a:ext cx="324795" cy="32479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664208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auto: intruder + tamper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1664208" y="5532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clip + 10 s mist burst; camera yanked mid-clip → CRITICAL alert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6263640" y="5074920"/>
            <a:ext cx="5349240" cy="1078992"/>
          </a:xfrm>
          <a:prstGeom prst="roundRect">
            <a:avLst>
              <a:gd name="adj" fmla="val 8475"/>
            </a:avLst>
          </a:prstGeom>
          <a:solidFill>
            <a:srgbClr val="E8F0DC"/>
          </a:solidFill>
          <a:ln/>
        </p:spPr>
      </p:sp>
      <p:sp>
        <p:nvSpPr>
          <p:cNvPr id="39" name="Shape 30"/>
          <p:cNvSpPr/>
          <p:nvPr/>
        </p:nvSpPr>
        <p:spPr>
          <a:xfrm>
            <a:off x="6428232" y="5276088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4163" y="5452019"/>
            <a:ext cx="324795" cy="32479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287768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/rotate, /about, /stop…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7287768" y="5532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control, help text, global alert mute / resume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happens in a plain Telegram chat — no app to install, no dashboard to host.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Battle scars — problems we engineered around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49240" cy="1517904"/>
          </a:xfrm>
          <a:prstGeom prst="roundRect">
            <a:avLst>
              <a:gd name="adj" fmla="val 6024"/>
            </a:avLst>
          </a:prstGeom>
          <a:solidFill>
            <a:srgbClr val="E8F0D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regulator death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17647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Wi-Fi board boot-looped from a failed regulator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to FPGA + host-bridge design — more robust than the original plan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349240" cy="1517904"/>
          </a:xfrm>
          <a:prstGeom prst="roundRect">
            <a:avLst>
              <a:gd name="adj" fmla="val 6024"/>
            </a:avLst>
          </a:prstGeom>
          <a:solidFill>
            <a:srgbClr val="E8F0D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173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blocked the VM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17647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Local-Network privacy silently dropped every Mac → VM packet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the flow: Windows long-polls the Mac — nothing inbound to block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5349240" cy="1517904"/>
          </a:xfrm>
          <a:prstGeom prst="roundRect">
            <a:avLst>
              <a:gd name="adj" fmla="val 6024"/>
            </a:avLst>
          </a:prstGeom>
          <a:solidFill>
            <a:srgbClr val="E8F0D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8152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photo uploads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multipart body had a stray boundary — HTTP 400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3950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encoder; photos and videos now upload reliably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990088"/>
            <a:ext cx="5349240" cy="1517904"/>
          </a:xfrm>
          <a:prstGeom prst="roundRect">
            <a:avLst>
              <a:gd name="adj" fmla="val 6024"/>
            </a:avLst>
          </a:prstGeom>
          <a:solidFill>
            <a:srgbClr val="E8F0D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08152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refused to move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Arduino's 5 V rail cannot source a servo's ~500 mA stall current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950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from A3, power from a dedicated external 5 V supply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54296"/>
            <a:ext cx="5349240" cy="1517904"/>
          </a:xfrm>
          <a:prstGeom prst="roundRect">
            <a:avLst>
              <a:gd name="adj" fmla="val 6024"/>
            </a:avLst>
          </a:prstGeom>
          <a:solidFill>
            <a:srgbClr val="E8F0D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4573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 videos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868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played at 30 fps though the VM webcam delivered far fewer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61441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real frame rate, write the file at that rate — true 5 s clips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654296"/>
            <a:ext cx="5349240" cy="1517904"/>
          </a:xfrm>
          <a:prstGeom prst="roundRect">
            <a:avLst>
              <a:gd name="adj" fmla="val 6024"/>
            </a:avLst>
          </a:prstGeom>
          <a:solidFill>
            <a:srgbClr val="E8F0DC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74573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motion spam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92240" y="5093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echo pin invented intruders every few seconds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561441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disconnected sensor; alerts are gated behind /lockdown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— the intruder scenario,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97480" y="147218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crosses the IR beam at the farm gate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554480" y="1984248"/>
            <a:ext cx="0" cy="219456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03704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0370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+0.000 01 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22585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edge detector fires; blue LED lights; cooldown starts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554480" y="2770632"/>
            <a:ext cx="0" cy="219456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90088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9008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+0.01 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0449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“IR\n” leaves the UART at 9600 baud toward the Mac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554480" y="3557016"/>
            <a:ext cx="0" cy="219456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76472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776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+0.5 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3831336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(armed via /lockdown) posts “🚨 Someone is in your farm!”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554480" y="4343400"/>
            <a:ext cx="0" cy="219456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562856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628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 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46177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relay fires for 10 s; a video job is queued for the Windows VM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554480" y="5129784"/>
            <a:ext cx="0" cy="219456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3492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34924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 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5404104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5 s clip lands in Telegram as “🎥 Intruder clip”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verified live: /photo, real-time /video, throttled soil telemetry, USB hot-unplug recovery, camera-removal CRITICAL alert.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8F0D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7190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909267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73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calibration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13232" y="26060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Field-calibrate the probe so the 40% wet/dry threshold tracks real soil.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8F0DC"/>
          </a:solidFill>
          <a:ln/>
        </p:spPr>
      </p:sp>
      <p:sp>
        <p:nvSpPr>
          <p:cNvPr id="9" name="Shape 6"/>
          <p:cNvSpPr/>
          <p:nvPr/>
        </p:nvSpPr>
        <p:spPr>
          <a:xfrm>
            <a:off x="4553712" y="17190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907" y="1909267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773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53712" y="26060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relay on a pump, driven by the soil reading, closes the loop.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463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8F0DC"/>
          </a:solidFill>
          <a:ln/>
        </p:spPr>
      </p:sp>
      <p:sp>
        <p:nvSpPr>
          <p:cNvPr id="14" name="Shape 10"/>
          <p:cNvSpPr/>
          <p:nvPr/>
        </p:nvSpPr>
        <p:spPr>
          <a:xfrm>
            <a:off x="8394192" y="171907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87" y="1909267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177393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feed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394192" y="26060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/live streams the farm in real time — flipbook frames in chat, or MJPEG over Tailscale.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37744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8F0DC"/>
          </a:solidFill>
          <a:ln/>
        </p:spPr>
      </p:sp>
      <p:sp>
        <p:nvSpPr>
          <p:cNvPr id="19" name="Shape 14"/>
          <p:cNvSpPr/>
          <p:nvPr/>
        </p:nvSpPr>
        <p:spPr>
          <a:xfrm>
            <a:off x="2633472" y="409651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67" y="4286707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20440" y="41513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crop doctor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2633472" y="4983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vision model on the camera feed flags pests and abnormal growth.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1792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8F0DC"/>
          </a:solidFill>
          <a:ln/>
        </p:spPr>
      </p:sp>
      <p:sp>
        <p:nvSpPr>
          <p:cNvPr id="24" name="Shape 18"/>
          <p:cNvSpPr/>
          <p:nvPr/>
        </p:nvSpPr>
        <p:spPr>
          <a:xfrm>
            <a:off x="6473952" y="4096512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147" y="4286707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41513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hardening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6473952" y="49834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Camera-removal alerts exist; add heartbeat alerts for each board going offline.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already supports all five — each lands as a new sensor wire or a new bridge handler.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48056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farm that texts you back.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AgriNova — hardware-level reliability, chat-level simplicity.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715000" y="448056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970" y="4694530"/>
            <a:ext cx="395021" cy="395021"/>
          </a:xfrm>
          <a:prstGeom prst="rect">
            <a:avLst/>
          </a:prstGeom>
        </p:spPr>
      </p:pic>
      <p:pic>
        <p:nvPicPr>
          <p:cNvPr id="8" name="Picture 7" descr="qr_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0000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0000" y="6311600"/>
            <a:ext cx="26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7F0DC"/>
                </a:solidFill>
              </a:rPr>
              <a:t>github.com/rohancodesss/agrinova</a:t>
            </a:r>
          </a:p>
        </p:txBody>
      </p:sp>
      <p:pic>
        <p:nvPicPr>
          <p:cNvPr id="10" name="Picture 9" descr="qr_webs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00" y="4900000"/>
            <a:ext cx="13716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36000" y="6311600"/>
            <a:ext cx="1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7F0DC"/>
                </a:solidFill>
              </a:rPr>
              <a:t>rohancodesss.github.io/agrinova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2026-08-21T04:34:27Z</dcterms:created>
  <dcterms:modified xsi:type="dcterms:W3CDTF">2026-08-21T04:34:27Z</dcterms:modified>
</cp:coreProperties>
</file>